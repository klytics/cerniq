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340C4">
              <a:alpha val="15000"/>
            </a:srgbClr>
          </a:solidFill>
          <a:ln w="12700">
            <a:solidFill>
              <a:srgbClr val="134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0760" y="1097280"/>
            <a:ext cx="0" cy="4663440"/>
          </a:xfrm>
          <a:prstGeom prst="line">
            <a:avLst/>
          </a:prstGeom>
          <a:noFill/>
          <a:ln w="12700">
            <a:solidFill>
              <a:srgbClr val="00B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FOR THE AGENTIC ERA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neutral trust layer between AI agents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services they act 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5029200" cy="7772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6002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Zero private keys stored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2834640"/>
            <a:ext cx="5029200" cy="7772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8803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Append-only, signed audit chain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4114800"/>
            <a:ext cx="5029200" cy="7772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41605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&lt; 5ms verify hot path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340C4">
              <a:alpha val="30000"/>
            </a:srgbClr>
          </a:solidFill>
          <a:ln w="12700">
            <a:solidFill>
              <a:srgbClr val="134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PRIVATE PREVIEW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without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era needs the same trust infrastructure the web got in 1994 — a universal anchor that every relying party can verify independently.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640080"/>
            <a:ext cx="64008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0" y="640080"/>
            <a:ext cx="54864" cy="155448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822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0" y="15544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standards for agent identity verification exist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2560320"/>
            <a:ext cx="64008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0" y="2560320"/>
            <a:ext cx="54864" cy="155448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0" y="3474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trust mechanisms — none interoperable across platforms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4480560"/>
            <a:ext cx="64008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4480560"/>
            <a:ext cx="54864" cy="155448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4663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486400" y="53949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 calls projected in 2026 — with no standard attestation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1340C4">
              <a:alpha val="10000"/>
            </a:srgbClr>
          </a:solidFill>
          <a:ln w="12700">
            <a:solidFill>
              <a:srgbClr val="134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Switzerland of agent identity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56616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340C4">
              <a:alpha val="6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5351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Ed25519 public keys. Verify every signature. Zero private keys stored.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240280"/>
            <a:ext cx="356616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423160"/>
            <a:ext cx="502920" cy="502920"/>
          </a:xfrm>
          <a:prstGeom prst="ellipse">
            <a:avLst/>
          </a:prstGeom>
          <a:solidFill>
            <a:srgbClr val="1340C4">
              <a:alpha val="6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0912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95351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Scopes, spend limits, TTLs, IP rules. Fixed denial precedence — relying parties always know what to expect.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240280"/>
            <a:ext cx="356616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423160"/>
            <a:ext cx="502920" cy="502920"/>
          </a:xfrm>
          <a:prstGeom prst="ellipse">
            <a:avLst/>
          </a:prstGeom>
          <a:solidFill>
            <a:srgbClr val="1340C4">
              <a:alpha val="6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59952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Attestation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295351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scores behavioral consistency, anomalies, and velocity. Trust is earned over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356616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1340C4">
              <a:alpha val="6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1872" y="4544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05663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signed over the previous event. The chain is tamper-evident and independently verifiable.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4343400"/>
            <a:ext cx="356616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526280"/>
            <a:ext cx="502920" cy="502920"/>
          </a:xfrm>
          <a:prstGeom prst="ellipse">
            <a:avLst/>
          </a:prstGeom>
          <a:solidFill>
            <a:srgbClr val="1340C4">
              <a:alpha val="6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10912" y="4544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Edge-Ready Verify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0" y="505663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Pure-function hot path — no framework imports. Portable to Cloudflare Workers for &lt; 5ms edge latency.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0" y="4343400"/>
            <a:ext cx="356616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526280"/>
            <a:ext cx="502920" cy="502920"/>
          </a:xfrm>
          <a:prstGeom prst="ellipse">
            <a:avLst/>
          </a:prstGeom>
          <a:solidFill>
            <a:srgbClr val="1340C4">
              <a:alpha val="6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59952" y="4544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Neutral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38160" y="505663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model, any orchestrator, any hosting environment. AEGIS is infrastructure, not a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verified agent trust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834640" y="3108960"/>
            <a:ext cx="6492240" cy="0"/>
          </a:xfrm>
          <a:prstGeom prst="line">
            <a:avLst/>
          </a:prstGeom>
          <a:noFill/>
          <a:ln w="12700">
            <a:solidFill>
              <a:srgbClr val="1340C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5840" y="2743200"/>
            <a:ext cx="731520" cy="731520"/>
          </a:xfrm>
          <a:prstGeom prst="ellipse">
            <a:avLst/>
          </a:prstGeom>
          <a:solidFill>
            <a:srgbClr val="1340C4"/>
          </a:solidFill>
          <a:ln w="38100">
            <a:solidFill>
              <a:srgbClr val="0A0E27"/>
            </a:solidFill>
            <a:prstDash val="solid"/>
          </a:ln>
          <a:effectLst>
            <a:outerShdw sx="100000" sy="100000" kx="0" ky="0" algn="bl" rotWithShape="0" blurRad="203200" dist="50800" dir="8100000">
              <a:srgbClr val="1340C4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-45720" y="3703320"/>
            <a:ext cx="283464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" y="4315968"/>
            <a:ext cx="2194560" cy="292608"/>
          </a:xfrm>
          <a:prstGeom prst="rect">
            <a:avLst/>
          </a:prstGeom>
          <a:solidFill>
            <a:srgbClr val="1340C4">
              <a:alpha val="4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4315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/v1/agents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" y="4709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Ed25519 keypair client-side. Public key + policy registered with AEGIS. Private key never leaves agent.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-4572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731520" cy="731520"/>
          </a:xfrm>
          <a:prstGeom prst="ellipse">
            <a:avLst/>
          </a:prstGeom>
          <a:solidFill>
            <a:srgbClr val="1340C4"/>
          </a:solidFill>
          <a:ln w="38100">
            <a:solidFill>
              <a:srgbClr val="0A0E27"/>
            </a:solidFill>
            <a:prstDash val="solid"/>
          </a:ln>
          <a:effectLst>
            <a:outerShdw sx="100000" sy="100000" kx="0" ky="0" algn="bl" rotWithShape="0" blurRad="203200" dist="50800" dir="8100000">
              <a:srgbClr val="1340C4">
                <a:alpha val="6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429000" y="3703320"/>
            <a:ext cx="283464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Act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4315968"/>
            <a:ext cx="2194560" cy="292608"/>
          </a:xfrm>
          <a:prstGeom prst="rect">
            <a:avLst/>
          </a:prstGeom>
          <a:solidFill>
            <a:srgbClr val="1340C4">
              <a:alpha val="4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315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/v1/verify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4709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signs each request with private key. AEGIS issues a short-lived JWT attesting identity and permitted scope.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2743200"/>
            <a:ext cx="731520" cy="731520"/>
          </a:xfrm>
          <a:prstGeom prst="ellipse">
            <a:avLst/>
          </a:prstGeom>
          <a:solidFill>
            <a:srgbClr val="1340C4"/>
          </a:solidFill>
          <a:ln w="38100">
            <a:solidFill>
              <a:srgbClr val="0A0E27"/>
            </a:solidFill>
            <a:prstDash val="solid"/>
          </a:ln>
          <a:effectLst>
            <a:outerShdw sx="100000" sy="100000" kx="0" ky="0" algn="bl" rotWithShape="0" blurRad="203200" dist="50800" dir="8100000">
              <a:srgbClr val="1340C4">
                <a:alpha val="6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903720" y="3703320"/>
            <a:ext cx="283464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4088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40880" y="4315968"/>
            <a:ext cx="2194560" cy="292608"/>
          </a:xfrm>
          <a:prstGeom prst="rect">
            <a:avLst/>
          </a:prstGeom>
          <a:solidFill>
            <a:srgbClr val="1340C4">
              <a:alpha val="4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315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AuditEvent append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47091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party verifies the JWT. AEGIS appends signed audit event. BATE updates agent trust score asynchronously.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AEGIS fits in your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1783080"/>
            <a:ext cx="68580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0B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Party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API, tool, or service — verifies AEGIS JWT before executing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154680"/>
            <a:ext cx="6858000" cy="1005840"/>
          </a:xfrm>
          <a:prstGeom prst="rect">
            <a:avLst/>
          </a:prstGeom>
          <a:solidFill>
            <a:srgbClr val="1340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50800" dir="8100000">
              <a:srgbClr val="1340C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AEGIS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Policy Enforcement · BATE Scoring · Audit Chain · Webhooks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4526280"/>
            <a:ext cx="68580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A5B4F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4617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5029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each request with Ed25519 private key — generated locally, never shared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78892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800600" y="416052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502920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· deny / allow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request · attested JWT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Invariants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0" y="2286000"/>
            <a:ext cx="29260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2377440"/>
            <a:ext cx="228600" cy="22860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5712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keys never enter AEGIS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0" y="3154680"/>
            <a:ext cx="29260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246120"/>
            <a:ext cx="228600" cy="22860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is append-only &amp; signed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0" y="4023360"/>
            <a:ext cx="29260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4114800"/>
            <a:ext cx="228600" cy="22860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failures, no fabricated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0" y="4892040"/>
            <a:ext cx="292608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0" y="4983480"/>
            <a:ext cx="228600" cy="228600"/>
          </a:xfrm>
          <a:prstGeom prst="ellipse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4937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precedence is fixed &amp; published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market is growing faster than its trust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deployment — enterprise or consumer — needs a trust anchor. AEGIS is the infrastructure layer they'll all require.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005840"/>
            <a:ext cx="47548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005840"/>
            <a:ext cx="54864" cy="128016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097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08660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API calls by 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651760"/>
            <a:ext cx="47548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2651760"/>
            <a:ext cx="54864" cy="128016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743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086600" y="3364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agent deployments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4297680"/>
            <a:ext cx="47548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4297680"/>
            <a:ext cx="54864" cy="128016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4389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086600" y="5010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identity/auth TAM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AEGIS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356616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agents need audit trails and policy gates for compliance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3977640"/>
            <a:ext cx="356616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43400" y="4663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and orchestrators need cross-agent trust without lock-in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3977640"/>
            <a:ext cx="356616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8680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Providers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92440" y="4663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parties need a single verification endpoint, not N 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340C4">
              <a:alpha val="6000"/>
            </a:srgbClr>
          </a:solidFill>
          <a:ln w="12700">
            <a:solidFill>
              <a:srgbClr val="134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gap is widening.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closing it.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548640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2788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deployments are accelerating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2461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saw the first wave of autonomous agents in production. The second wave will require accountability infrastructure.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606040"/>
            <a:ext cx="548640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320" y="2788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arriving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32461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NIST AI RMF, and enterprise governance mandates are creating demand for auditable, policy-bound agent behavior.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548640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window is now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166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layer is being defined today. Whoever owns agent identity attestation becomes the HTTPS of the agentic internet.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526280"/>
            <a:ext cx="548640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 are mounting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5166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scope creep, and unattributable agent actions are emerging as major enterprise risk vectors.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verify, enforce, and attest.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agent public keys and policies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90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/v1/verify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3090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 + issue attested JWT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039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/v1/agents/:id/audit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append-only signed audit chain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171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/v1/policies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451713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scope, spend, TTL, IP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184648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30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/v1/agents/:id/bate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5230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behavioral trust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943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/v1/webhooks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5943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delivery to your systems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&amp; Stack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2331720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@aegis/sdk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MIT — generates keys, signs requests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044952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090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aegis-py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240" y="30906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(coming soon)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3758184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NestJS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38039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Fastify-eligible, Pino logging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4471416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517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78240" y="45171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Prisma 5 — audit log is append-only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5184648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5230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 + BullMQ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78240" y="52303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scoring, webhook delivery queues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5897880"/>
            <a:ext cx="5303520" cy="594360"/>
          </a:xfrm>
          <a:prstGeom prst="rect">
            <a:avLst/>
          </a:prstGeom>
          <a:solidFill>
            <a:srgbClr val="1E293B"/>
          </a:solidFill>
          <a:ln w="3810">
            <a:solidFill>
              <a:srgbClr val="1340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5943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Workers (Phase 3)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78240" y="5943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verify hot path — &lt; 5ms globally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340C4">
              <a:alpha val="10000"/>
            </a:srgbClr>
          </a:solidFill>
          <a:ln w="12700">
            <a:solidFill>
              <a:srgbClr val="134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at the foundation.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03520" cy="914400"/>
          </a:xfrm>
          <a:prstGeom prst="rect">
            <a:avLst/>
          </a:prstGeom>
          <a:solidFill>
            <a:srgbClr val="1340C4">
              <a:alpha val="5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0136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 $3M  Seed Round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AEGIS from private preview to general availability.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partners who understand that AI trust is infrastructure, not a feature.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3566160" cy="2286000"/>
          </a:xfrm>
          <a:prstGeom prst="rect">
            <a:avLst/>
          </a:prstGeom>
          <a:solidFill>
            <a:srgbClr val="1E293B"/>
          </a:solidFill>
          <a:ln w="1016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3931920"/>
            <a:ext cx="822960" cy="822960"/>
          </a:xfrm>
          <a:prstGeom prst="ellipse">
            <a:avLst/>
          </a:prstGeom>
          <a:solidFill>
            <a:srgbClr val="1340C4">
              <a:alpha val="7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Infrastructure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deployment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global sub-5ms verify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840480"/>
            <a:ext cx="3566160" cy="2286000"/>
          </a:xfrm>
          <a:prstGeom prst="rect">
            <a:avLst/>
          </a:prstGeom>
          <a:solidFill>
            <a:srgbClr val="1E293B"/>
          </a:solidFill>
          <a:ln w="1016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3931920"/>
            <a:ext cx="822960" cy="822960"/>
          </a:xfrm>
          <a:prstGeom prst="ellipse">
            <a:avLst/>
          </a:prstGeom>
          <a:solidFill>
            <a:srgbClr val="1340C4">
              <a:alpha val="7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Ecosystem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&amp; Python SDKs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GA + developer tooling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3840480"/>
            <a:ext cx="3566160" cy="2286000"/>
          </a:xfrm>
          <a:prstGeom prst="rect">
            <a:avLst/>
          </a:prstGeom>
          <a:solidFill>
            <a:srgbClr val="1E293B"/>
          </a:solidFill>
          <a:ln w="10160">
            <a:solidFill>
              <a:srgbClr val="1340C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92640" y="3931920"/>
            <a:ext cx="822960" cy="822960"/>
          </a:xfrm>
          <a:prstGeom prst="ellipse">
            <a:avLst/>
          </a:prstGeom>
          <a:solidFill>
            <a:srgbClr val="1340C4">
              <a:alpha val="70000"/>
            </a:srgbClr>
          </a:solidFill>
          <a:ln w="6350">
            <a:solidFill>
              <a:srgbClr val="00B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enterprise pilots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production agent fleets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340C4">
              <a:alpha val="14000"/>
            </a:srgbClr>
          </a:solidFill>
          <a:ln w="12700">
            <a:solidFill>
              <a:srgbClr val="134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2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FOR THE AGENTIC ERA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0" y="3246120"/>
            <a:ext cx="3931920" cy="0"/>
          </a:xfrm>
          <a:prstGeom prst="line">
            <a:avLst/>
          </a:prstGeom>
          <a:noFill/>
          <a:ln w="12700">
            <a:solidFill>
              <a:srgbClr val="134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Protocol-neutral  *  Vendor-neutral  *  Model-neutral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402336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hold only public keys.  We sign only what we observed.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Switzerland of agent identity.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aegis.dev  |  eskiessalfonso@gmail.com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— Attestation for the Agentic Era</dc:title>
  <dc:subject>PptxGenJS Presentation</dc:subject>
  <dc:creator>AEGIS</dc:creator>
  <cp:lastModifiedBy>AEGIS</cp:lastModifiedBy>
  <cp:revision>1</cp:revision>
  <dcterms:created xsi:type="dcterms:W3CDTF">2026-05-02T12:12:40Z</dcterms:created>
  <dcterms:modified xsi:type="dcterms:W3CDTF">2026-05-02T12:12:40Z</dcterms:modified>
</cp:coreProperties>
</file>